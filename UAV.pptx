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  <p:sldId id="259" r:id="rId8"/>
    <p:sldId id="263" r:id="rId9"/>
    <p:sldId id="265" r:id="rId10"/>
    <p:sldId id="266" r:id="rId11"/>
    <p:sldId id="264" r:id="rId12"/>
    <p:sldId id="267" r:id="rId13"/>
    <p:sldId id="270" r:id="rId14"/>
    <p:sldId id="269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344B6-136E-40A9-B330-0DD336606DFB}" v="133" dt="2021-04-14T07:49:03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MUSTAQIM ADHA BIN AHMAD MARZUKI" userId="b3bd93d1-1a86-4ef7-8f54-cb3a6bb5320e" providerId="ADAL" clId="{066344B6-136E-40A9-B330-0DD336606DFB}"/>
    <pc:docChg chg="undo custSel addSld delSld modSld sldOrd">
      <pc:chgData name="AHMAD MUSTAQIM ADHA BIN AHMAD MARZUKI" userId="b3bd93d1-1a86-4ef7-8f54-cb3a6bb5320e" providerId="ADAL" clId="{066344B6-136E-40A9-B330-0DD336606DFB}" dt="2021-04-14T07:51:17.695" v="2108" actId="14100"/>
      <pc:docMkLst>
        <pc:docMk/>
      </pc:docMkLst>
      <pc:sldChg chg="modSp mod">
        <pc:chgData name="AHMAD MUSTAQIM ADHA BIN AHMAD MARZUKI" userId="b3bd93d1-1a86-4ef7-8f54-cb3a6bb5320e" providerId="ADAL" clId="{066344B6-136E-40A9-B330-0DD336606DFB}" dt="2021-04-14T06:18:23.093" v="174" actId="113"/>
        <pc:sldMkLst>
          <pc:docMk/>
          <pc:sldMk cId="3464285326" sldId="256"/>
        </pc:sldMkLst>
        <pc:spChg chg="mod">
          <ac:chgData name="AHMAD MUSTAQIM ADHA BIN AHMAD MARZUKI" userId="b3bd93d1-1a86-4ef7-8f54-cb3a6bb5320e" providerId="ADAL" clId="{066344B6-136E-40A9-B330-0DD336606DFB}" dt="2021-04-14T06:18:23.093" v="174" actId="113"/>
          <ac:spMkLst>
            <pc:docMk/>
            <pc:sldMk cId="3464285326" sldId="256"/>
            <ac:spMk id="2" creationId="{5BEE0DE4-90E5-4CAF-9176-A282724CDA35}"/>
          </ac:spMkLst>
        </pc:spChg>
        <pc:spChg chg="mod">
          <ac:chgData name="AHMAD MUSTAQIM ADHA BIN AHMAD MARZUKI" userId="b3bd93d1-1a86-4ef7-8f54-cb3a6bb5320e" providerId="ADAL" clId="{066344B6-136E-40A9-B330-0DD336606DFB}" dt="2021-04-14T06:13:35.120" v="12" actId="1036"/>
          <ac:spMkLst>
            <pc:docMk/>
            <pc:sldMk cId="3464285326" sldId="256"/>
            <ac:spMk id="3" creationId="{E699366B-D590-4B6F-8BCD-ECA858076D43}"/>
          </ac:spMkLst>
        </pc:spChg>
      </pc:sldChg>
      <pc:sldChg chg="modSp new mod">
        <pc:chgData name="AHMAD MUSTAQIM ADHA BIN AHMAD MARZUKI" userId="b3bd93d1-1a86-4ef7-8f54-cb3a6bb5320e" providerId="ADAL" clId="{066344B6-136E-40A9-B330-0DD336606DFB}" dt="2021-04-14T06:18:09.799" v="172" actId="1076"/>
        <pc:sldMkLst>
          <pc:docMk/>
          <pc:sldMk cId="3449404033" sldId="257"/>
        </pc:sldMkLst>
        <pc:spChg chg="mod">
          <ac:chgData name="AHMAD MUSTAQIM ADHA BIN AHMAD MARZUKI" userId="b3bd93d1-1a86-4ef7-8f54-cb3a6bb5320e" providerId="ADAL" clId="{066344B6-136E-40A9-B330-0DD336606DFB}" dt="2021-04-14T06:17:10.417" v="22" actId="2711"/>
          <ac:spMkLst>
            <pc:docMk/>
            <pc:sldMk cId="3449404033" sldId="257"/>
            <ac:spMk id="2" creationId="{06CC6E6D-D0CA-4CA5-97AD-5C8065DB9EFA}"/>
          </ac:spMkLst>
        </pc:spChg>
        <pc:spChg chg="mod">
          <ac:chgData name="AHMAD MUSTAQIM ADHA BIN AHMAD MARZUKI" userId="b3bd93d1-1a86-4ef7-8f54-cb3a6bb5320e" providerId="ADAL" clId="{066344B6-136E-40A9-B330-0DD336606DFB}" dt="2021-04-14T06:18:09.799" v="172" actId="1076"/>
          <ac:spMkLst>
            <pc:docMk/>
            <pc:sldMk cId="3449404033" sldId="257"/>
            <ac:spMk id="3" creationId="{F323F8EC-A510-4741-8214-0D1058B8189D}"/>
          </ac:spMkLst>
        </pc:spChg>
      </pc:sldChg>
      <pc:sldChg chg="new del">
        <pc:chgData name="AHMAD MUSTAQIM ADHA BIN AHMAD MARZUKI" userId="b3bd93d1-1a86-4ef7-8f54-cb3a6bb5320e" providerId="ADAL" clId="{066344B6-136E-40A9-B330-0DD336606DFB}" dt="2021-04-14T06:19:28.414" v="176" actId="47"/>
        <pc:sldMkLst>
          <pc:docMk/>
          <pc:sldMk cId="2726517285" sldId="258"/>
        </pc:sldMkLst>
      </pc:sldChg>
      <pc:sldChg chg="addSp delSp modSp add mod">
        <pc:chgData name="AHMAD MUSTAQIM ADHA BIN AHMAD MARZUKI" userId="b3bd93d1-1a86-4ef7-8f54-cb3a6bb5320e" providerId="ADAL" clId="{066344B6-136E-40A9-B330-0DD336606DFB}" dt="2021-04-14T06:37:43.646" v="403" actId="1076"/>
        <pc:sldMkLst>
          <pc:docMk/>
          <pc:sldMk cId="3676522695" sldId="258"/>
        </pc:sldMkLst>
        <pc:spChg chg="mod">
          <ac:chgData name="AHMAD MUSTAQIM ADHA BIN AHMAD MARZUKI" userId="b3bd93d1-1a86-4ef7-8f54-cb3a6bb5320e" providerId="ADAL" clId="{066344B6-136E-40A9-B330-0DD336606DFB}" dt="2021-04-14T06:20:05.578" v="194" actId="20577"/>
          <ac:spMkLst>
            <pc:docMk/>
            <pc:sldMk cId="3676522695" sldId="258"/>
            <ac:spMk id="2" creationId="{06CC6E6D-D0CA-4CA5-97AD-5C8065DB9EFA}"/>
          </ac:spMkLst>
        </pc:spChg>
        <pc:spChg chg="del mod">
          <ac:chgData name="AHMAD MUSTAQIM ADHA BIN AHMAD MARZUKI" userId="b3bd93d1-1a86-4ef7-8f54-cb3a6bb5320e" providerId="ADAL" clId="{066344B6-136E-40A9-B330-0DD336606DFB}" dt="2021-04-14T06:20:19.130" v="209" actId="478"/>
          <ac:spMkLst>
            <pc:docMk/>
            <pc:sldMk cId="3676522695" sldId="258"/>
            <ac:spMk id="3" creationId="{F323F8EC-A510-4741-8214-0D1058B8189D}"/>
          </ac:spMkLst>
        </pc:spChg>
        <pc:spChg chg="add mod">
          <ac:chgData name="AHMAD MUSTAQIM ADHA BIN AHMAD MARZUKI" userId="b3bd93d1-1a86-4ef7-8f54-cb3a6bb5320e" providerId="ADAL" clId="{066344B6-136E-40A9-B330-0DD336606DFB}" dt="2021-04-14T06:37:32.047" v="402" actId="20577"/>
          <ac:spMkLst>
            <pc:docMk/>
            <pc:sldMk cId="3676522695" sldId="258"/>
            <ac:spMk id="10" creationId="{B3097937-5A97-4E7B-B26C-C9EA059B8F25}"/>
          </ac:spMkLst>
        </pc:spChg>
        <pc:picChg chg="add del mod">
          <ac:chgData name="AHMAD MUSTAQIM ADHA BIN AHMAD MARZUKI" userId="b3bd93d1-1a86-4ef7-8f54-cb3a6bb5320e" providerId="ADAL" clId="{066344B6-136E-40A9-B330-0DD336606DFB}" dt="2021-04-14T06:35:27.426" v="367" actId="478"/>
          <ac:picMkLst>
            <pc:docMk/>
            <pc:sldMk cId="3676522695" sldId="258"/>
            <ac:picMk id="5" creationId="{A9A808F9-C20C-4BF2-B3FD-628545F1FE64}"/>
          </ac:picMkLst>
        </pc:picChg>
        <pc:picChg chg="add del mod">
          <ac:chgData name="AHMAD MUSTAQIM ADHA BIN AHMAD MARZUKI" userId="b3bd93d1-1a86-4ef7-8f54-cb3a6bb5320e" providerId="ADAL" clId="{066344B6-136E-40A9-B330-0DD336606DFB}" dt="2021-04-14T06:35:27.426" v="367" actId="478"/>
          <ac:picMkLst>
            <pc:docMk/>
            <pc:sldMk cId="3676522695" sldId="258"/>
            <ac:picMk id="7" creationId="{3A846377-4B30-4D05-81B9-D23D79EE358A}"/>
          </ac:picMkLst>
        </pc:picChg>
        <pc:picChg chg="add mod">
          <ac:chgData name="AHMAD MUSTAQIM ADHA BIN AHMAD MARZUKI" userId="b3bd93d1-1a86-4ef7-8f54-cb3a6bb5320e" providerId="ADAL" clId="{066344B6-136E-40A9-B330-0DD336606DFB}" dt="2021-04-14T06:37:43.646" v="403" actId="1076"/>
          <ac:picMkLst>
            <pc:docMk/>
            <pc:sldMk cId="3676522695" sldId="258"/>
            <ac:picMk id="9" creationId="{1975D669-4614-4B87-807A-8B5AC764FD7E}"/>
          </ac:picMkLst>
        </pc:picChg>
        <pc:picChg chg="add del mod">
          <ac:chgData name="AHMAD MUSTAQIM ADHA BIN AHMAD MARZUKI" userId="b3bd93d1-1a86-4ef7-8f54-cb3a6bb5320e" providerId="ADAL" clId="{066344B6-136E-40A9-B330-0DD336606DFB}" dt="2021-04-14T06:35:04.234" v="362" actId="478"/>
          <ac:picMkLst>
            <pc:docMk/>
            <pc:sldMk cId="3676522695" sldId="258"/>
            <ac:picMk id="11" creationId="{A4F6E665-9304-4EF5-999E-863C50B4281A}"/>
          </ac:picMkLst>
        </pc:picChg>
        <pc:picChg chg="add del mod">
          <ac:chgData name="AHMAD MUSTAQIM ADHA BIN AHMAD MARZUKI" userId="b3bd93d1-1a86-4ef7-8f54-cb3a6bb5320e" providerId="ADAL" clId="{066344B6-136E-40A9-B330-0DD336606DFB}" dt="2021-04-14T06:35:04.234" v="362" actId="478"/>
          <ac:picMkLst>
            <pc:docMk/>
            <pc:sldMk cId="3676522695" sldId="258"/>
            <ac:picMk id="12" creationId="{B9663124-E0BE-4610-907A-3D76C8F637F5}"/>
          </ac:picMkLst>
        </pc:picChg>
      </pc:sldChg>
      <pc:sldChg chg="addSp delSp modSp add mod ord">
        <pc:chgData name="AHMAD MUSTAQIM ADHA BIN AHMAD MARZUKI" userId="b3bd93d1-1a86-4ef7-8f54-cb3a6bb5320e" providerId="ADAL" clId="{066344B6-136E-40A9-B330-0DD336606DFB}" dt="2021-04-14T07:21:25.585" v="1631" actId="1076"/>
        <pc:sldMkLst>
          <pc:docMk/>
          <pc:sldMk cId="84864676" sldId="259"/>
        </pc:sldMkLst>
        <pc:spChg chg="mod">
          <ac:chgData name="AHMAD MUSTAQIM ADHA BIN AHMAD MARZUKI" userId="b3bd93d1-1a86-4ef7-8f54-cb3a6bb5320e" providerId="ADAL" clId="{066344B6-136E-40A9-B330-0DD336606DFB}" dt="2021-04-14T06:33:18.440" v="356" actId="20577"/>
          <ac:spMkLst>
            <pc:docMk/>
            <pc:sldMk cId="84864676" sldId="259"/>
            <ac:spMk id="2" creationId="{06CC6E6D-D0CA-4CA5-97AD-5C8065DB9EFA}"/>
          </ac:spMkLst>
        </pc:spChg>
        <pc:spChg chg="del mod">
          <ac:chgData name="AHMAD MUSTAQIM ADHA BIN AHMAD MARZUKI" userId="b3bd93d1-1a86-4ef7-8f54-cb3a6bb5320e" providerId="ADAL" clId="{066344B6-136E-40A9-B330-0DD336606DFB}" dt="2021-04-14T06:52:01.971" v="482" actId="478"/>
          <ac:spMkLst>
            <pc:docMk/>
            <pc:sldMk cId="84864676" sldId="259"/>
            <ac:spMk id="3" creationId="{F323F8EC-A510-4741-8214-0D1058B8189D}"/>
          </ac:spMkLst>
        </pc:spChg>
        <pc:spChg chg="add del mod">
          <ac:chgData name="AHMAD MUSTAQIM ADHA BIN AHMAD MARZUKI" userId="b3bd93d1-1a86-4ef7-8f54-cb3a6bb5320e" providerId="ADAL" clId="{066344B6-136E-40A9-B330-0DD336606DFB}" dt="2021-04-14T06:52:03.957" v="483" actId="478"/>
          <ac:spMkLst>
            <pc:docMk/>
            <pc:sldMk cId="84864676" sldId="259"/>
            <ac:spMk id="5" creationId="{21E550AF-E3CA-431A-9A32-980307CE62DC}"/>
          </ac:spMkLst>
        </pc:spChg>
        <pc:spChg chg="add mod">
          <ac:chgData name="AHMAD MUSTAQIM ADHA BIN AHMAD MARZUKI" userId="b3bd93d1-1a86-4ef7-8f54-cb3a6bb5320e" providerId="ADAL" clId="{066344B6-136E-40A9-B330-0DD336606DFB}" dt="2021-04-14T07:12:38.454" v="1066" actId="1076"/>
          <ac:spMkLst>
            <pc:docMk/>
            <pc:sldMk cId="84864676" sldId="259"/>
            <ac:spMk id="6" creationId="{C9F1A657-B404-4AD1-9C03-25A6330AAF11}"/>
          </ac:spMkLst>
        </pc:spChg>
        <pc:spChg chg="add mod">
          <ac:chgData name="AHMAD MUSTAQIM ADHA BIN AHMAD MARZUKI" userId="b3bd93d1-1a86-4ef7-8f54-cb3a6bb5320e" providerId="ADAL" clId="{066344B6-136E-40A9-B330-0DD336606DFB}" dt="2021-04-14T07:12:38.454" v="1066" actId="1076"/>
          <ac:spMkLst>
            <pc:docMk/>
            <pc:sldMk cId="84864676" sldId="259"/>
            <ac:spMk id="7" creationId="{7DD00654-47D7-4EB3-BC02-376A806451A4}"/>
          </ac:spMkLst>
        </pc:spChg>
        <pc:spChg chg="add mod">
          <ac:chgData name="AHMAD MUSTAQIM ADHA BIN AHMAD MARZUKI" userId="b3bd93d1-1a86-4ef7-8f54-cb3a6bb5320e" providerId="ADAL" clId="{066344B6-136E-40A9-B330-0DD336606DFB}" dt="2021-04-14T07:12:38.454" v="1066" actId="1076"/>
          <ac:spMkLst>
            <pc:docMk/>
            <pc:sldMk cId="84864676" sldId="259"/>
            <ac:spMk id="13" creationId="{98FD1A92-1E75-4768-8C60-96334FF2A180}"/>
          </ac:spMkLst>
        </pc:spChg>
        <pc:picChg chg="add mod">
          <ac:chgData name="AHMAD MUSTAQIM ADHA BIN AHMAD MARZUKI" userId="b3bd93d1-1a86-4ef7-8f54-cb3a6bb5320e" providerId="ADAL" clId="{066344B6-136E-40A9-B330-0DD336606DFB}" dt="2021-04-14T07:12:38.454" v="1066" actId="1076"/>
          <ac:picMkLst>
            <pc:docMk/>
            <pc:sldMk cId="84864676" sldId="259"/>
            <ac:picMk id="2050" creationId="{979594FF-B728-41AC-8EE8-417D6936B7AB}"/>
          </ac:picMkLst>
        </pc:picChg>
        <pc:picChg chg="add del mod">
          <ac:chgData name="AHMAD MUSTAQIM ADHA BIN AHMAD MARZUKI" userId="b3bd93d1-1a86-4ef7-8f54-cb3a6bb5320e" providerId="ADAL" clId="{066344B6-136E-40A9-B330-0DD336606DFB}" dt="2021-04-14T06:48:53.981" v="422" actId="478"/>
          <ac:picMkLst>
            <pc:docMk/>
            <pc:sldMk cId="84864676" sldId="259"/>
            <ac:picMk id="2052" creationId="{C2406DCF-197B-41ED-BD7C-01EAD59174A9}"/>
          </ac:picMkLst>
        </pc:picChg>
        <pc:picChg chg="add del mod">
          <ac:chgData name="AHMAD MUSTAQIM ADHA BIN AHMAD MARZUKI" userId="b3bd93d1-1a86-4ef7-8f54-cb3a6bb5320e" providerId="ADAL" clId="{066344B6-136E-40A9-B330-0DD336606DFB}" dt="2021-04-14T07:03:19.663" v="1003" actId="478"/>
          <ac:picMkLst>
            <pc:docMk/>
            <pc:sldMk cId="84864676" sldId="259"/>
            <ac:picMk id="2054" creationId="{497F5112-2766-4AAA-90A7-706EDFEEFA6A}"/>
          </ac:picMkLst>
        </pc:picChg>
        <pc:picChg chg="add mod">
          <ac:chgData name="AHMAD MUSTAQIM ADHA BIN AHMAD MARZUKI" userId="b3bd93d1-1a86-4ef7-8f54-cb3a6bb5320e" providerId="ADAL" clId="{066344B6-136E-40A9-B330-0DD336606DFB}" dt="2021-04-14T07:21:11.762" v="1629" actId="1076"/>
          <ac:picMkLst>
            <pc:docMk/>
            <pc:sldMk cId="84864676" sldId="259"/>
            <ac:picMk id="2056" creationId="{F992C22F-46C2-4DF0-8B5C-567F1EE2B784}"/>
          </ac:picMkLst>
        </pc:picChg>
        <pc:picChg chg="add mod">
          <ac:chgData name="AHMAD MUSTAQIM ADHA BIN AHMAD MARZUKI" userId="b3bd93d1-1a86-4ef7-8f54-cb3a6bb5320e" providerId="ADAL" clId="{066344B6-136E-40A9-B330-0DD336606DFB}" dt="2021-04-14T07:21:25.585" v="1631" actId="1076"/>
          <ac:picMkLst>
            <pc:docMk/>
            <pc:sldMk cId="84864676" sldId="259"/>
            <ac:picMk id="2058" creationId="{4CF09859-6CFF-434E-9C54-BF2A2CFC4767}"/>
          </ac:picMkLst>
        </pc:picChg>
        <pc:picChg chg="add mod">
          <ac:chgData name="AHMAD MUSTAQIM ADHA BIN AHMAD MARZUKI" userId="b3bd93d1-1a86-4ef7-8f54-cb3a6bb5320e" providerId="ADAL" clId="{066344B6-136E-40A9-B330-0DD336606DFB}" dt="2021-04-14T07:21:25.585" v="1631" actId="1076"/>
          <ac:picMkLst>
            <pc:docMk/>
            <pc:sldMk cId="84864676" sldId="259"/>
            <ac:picMk id="2060" creationId="{2A603A2A-86F9-4B44-B320-0F4E73753CA9}"/>
          </ac:picMkLst>
        </pc:picChg>
      </pc:sldChg>
      <pc:sldChg chg="delSp new del mod">
        <pc:chgData name="AHMAD MUSTAQIM ADHA BIN AHMAD MARZUKI" userId="b3bd93d1-1a86-4ef7-8f54-cb3a6bb5320e" providerId="ADAL" clId="{066344B6-136E-40A9-B330-0DD336606DFB}" dt="2021-04-14T06:33:01.844" v="336" actId="2696"/>
        <pc:sldMkLst>
          <pc:docMk/>
          <pc:sldMk cId="105773312" sldId="259"/>
        </pc:sldMkLst>
        <pc:spChg chg="del">
          <ac:chgData name="AHMAD MUSTAQIM ADHA BIN AHMAD MARZUKI" userId="b3bd93d1-1a86-4ef7-8f54-cb3a6bb5320e" providerId="ADAL" clId="{066344B6-136E-40A9-B330-0DD336606DFB}" dt="2021-04-14T06:32:59.692" v="335" actId="478"/>
          <ac:spMkLst>
            <pc:docMk/>
            <pc:sldMk cId="105773312" sldId="259"/>
            <ac:spMk id="2" creationId="{A9E2BF78-5A9A-48CF-8A46-5DCD8A497212}"/>
          </ac:spMkLst>
        </pc:spChg>
        <pc:spChg chg="del">
          <ac:chgData name="AHMAD MUSTAQIM ADHA BIN AHMAD MARZUKI" userId="b3bd93d1-1a86-4ef7-8f54-cb3a6bb5320e" providerId="ADAL" clId="{066344B6-136E-40A9-B330-0DD336606DFB}" dt="2021-04-14T06:32:59.692" v="335" actId="478"/>
          <ac:spMkLst>
            <pc:docMk/>
            <pc:sldMk cId="105773312" sldId="259"/>
            <ac:spMk id="3" creationId="{4E8E762E-08A7-434A-A660-8E077DB30E8D}"/>
          </ac:spMkLst>
        </pc:spChg>
      </pc:sldChg>
      <pc:sldChg chg="addSp delSp modSp add mod">
        <pc:chgData name="AHMAD MUSTAQIM ADHA BIN AHMAD MARZUKI" userId="b3bd93d1-1a86-4ef7-8f54-cb3a6bb5320e" providerId="ADAL" clId="{066344B6-136E-40A9-B330-0DD336606DFB}" dt="2021-04-14T06:35:55.156" v="372" actId="1076"/>
        <pc:sldMkLst>
          <pc:docMk/>
          <pc:sldMk cId="1731007800" sldId="260"/>
        </pc:sldMkLst>
        <pc:spChg chg="del">
          <ac:chgData name="AHMAD MUSTAQIM ADHA BIN AHMAD MARZUKI" userId="b3bd93d1-1a86-4ef7-8f54-cb3a6bb5320e" providerId="ADAL" clId="{066344B6-136E-40A9-B330-0DD336606DFB}" dt="2021-04-14T06:35:17.467" v="364" actId="478"/>
          <ac:spMkLst>
            <pc:docMk/>
            <pc:sldMk cId="1731007800" sldId="260"/>
            <ac:spMk id="2" creationId="{06CC6E6D-D0CA-4CA5-97AD-5C8065DB9EFA}"/>
          </ac:spMkLst>
        </pc:spChg>
        <pc:spChg chg="add del mod">
          <ac:chgData name="AHMAD MUSTAQIM ADHA BIN AHMAD MARZUKI" userId="b3bd93d1-1a86-4ef7-8f54-cb3a6bb5320e" providerId="ADAL" clId="{066344B6-136E-40A9-B330-0DD336606DFB}" dt="2021-04-14T06:35:21.179" v="365" actId="478"/>
          <ac:spMkLst>
            <pc:docMk/>
            <pc:sldMk cId="1731007800" sldId="260"/>
            <ac:spMk id="4" creationId="{D89B64A6-191A-4C61-BC66-9F7625EAAF36}"/>
          </ac:spMkLst>
        </pc:spChg>
        <pc:spChg chg="add del mod">
          <ac:chgData name="AHMAD MUSTAQIM ADHA BIN AHMAD MARZUKI" userId="b3bd93d1-1a86-4ef7-8f54-cb3a6bb5320e" providerId="ADAL" clId="{066344B6-136E-40A9-B330-0DD336606DFB}" dt="2021-04-14T06:35:21.179" v="365" actId="478"/>
          <ac:spMkLst>
            <pc:docMk/>
            <pc:sldMk cId="1731007800" sldId="260"/>
            <ac:spMk id="8" creationId="{EAD51AA5-46C0-47D0-B8AC-83F48B0F822B}"/>
          </ac:spMkLst>
        </pc:spChg>
        <pc:spChg chg="del">
          <ac:chgData name="AHMAD MUSTAQIM ADHA BIN AHMAD MARZUKI" userId="b3bd93d1-1a86-4ef7-8f54-cb3a6bb5320e" providerId="ADAL" clId="{066344B6-136E-40A9-B330-0DD336606DFB}" dt="2021-04-14T06:35:17.467" v="364" actId="478"/>
          <ac:spMkLst>
            <pc:docMk/>
            <pc:sldMk cId="1731007800" sldId="260"/>
            <ac:spMk id="10" creationId="{B3097937-5A97-4E7B-B26C-C9EA059B8F25}"/>
          </ac:spMkLst>
        </pc:spChg>
        <pc:picChg chg="mod">
          <ac:chgData name="AHMAD MUSTAQIM ADHA BIN AHMAD MARZUKI" userId="b3bd93d1-1a86-4ef7-8f54-cb3a6bb5320e" providerId="ADAL" clId="{066344B6-136E-40A9-B330-0DD336606DFB}" dt="2021-04-14T06:35:55.156" v="372" actId="1076"/>
          <ac:picMkLst>
            <pc:docMk/>
            <pc:sldMk cId="1731007800" sldId="260"/>
            <ac:picMk id="5" creationId="{A9A808F9-C20C-4BF2-B3FD-628545F1FE64}"/>
          </ac:picMkLst>
        </pc:picChg>
        <pc:picChg chg="del">
          <ac:chgData name="AHMAD MUSTAQIM ADHA BIN AHMAD MARZUKI" userId="b3bd93d1-1a86-4ef7-8f54-cb3a6bb5320e" providerId="ADAL" clId="{066344B6-136E-40A9-B330-0DD336606DFB}" dt="2021-04-14T06:35:46.515" v="371" actId="21"/>
          <ac:picMkLst>
            <pc:docMk/>
            <pc:sldMk cId="1731007800" sldId="260"/>
            <ac:picMk id="7" creationId="{3A846377-4B30-4D05-81B9-D23D79EE358A}"/>
          </ac:picMkLst>
        </pc:picChg>
        <pc:picChg chg="del">
          <ac:chgData name="AHMAD MUSTAQIM ADHA BIN AHMAD MARZUKI" userId="b3bd93d1-1a86-4ef7-8f54-cb3a6bb5320e" providerId="ADAL" clId="{066344B6-136E-40A9-B330-0DD336606DFB}" dt="2021-04-14T06:35:23.790" v="366" actId="478"/>
          <ac:picMkLst>
            <pc:docMk/>
            <pc:sldMk cId="1731007800" sldId="260"/>
            <ac:picMk id="9" creationId="{1975D669-4614-4B87-807A-8B5AC764FD7E}"/>
          </ac:picMkLst>
        </pc:picChg>
      </pc:sldChg>
      <pc:sldChg chg="addSp delSp modSp new mod">
        <pc:chgData name="AHMAD MUSTAQIM ADHA BIN AHMAD MARZUKI" userId="b3bd93d1-1a86-4ef7-8f54-cb3a6bb5320e" providerId="ADAL" clId="{066344B6-136E-40A9-B330-0DD336606DFB}" dt="2021-04-14T06:36:46.364" v="386" actId="1035"/>
        <pc:sldMkLst>
          <pc:docMk/>
          <pc:sldMk cId="465290997" sldId="261"/>
        </pc:sldMkLst>
        <pc:spChg chg="del">
          <ac:chgData name="AHMAD MUSTAQIM ADHA BIN AHMAD MARZUKI" userId="b3bd93d1-1a86-4ef7-8f54-cb3a6bb5320e" providerId="ADAL" clId="{066344B6-136E-40A9-B330-0DD336606DFB}" dt="2021-04-14T06:36:20.462" v="374" actId="478"/>
          <ac:spMkLst>
            <pc:docMk/>
            <pc:sldMk cId="465290997" sldId="261"/>
            <ac:spMk id="2" creationId="{5936D252-D88E-4660-A274-3A736A1BFF17}"/>
          </ac:spMkLst>
        </pc:spChg>
        <pc:spChg chg="del">
          <ac:chgData name="AHMAD MUSTAQIM ADHA BIN AHMAD MARZUKI" userId="b3bd93d1-1a86-4ef7-8f54-cb3a6bb5320e" providerId="ADAL" clId="{066344B6-136E-40A9-B330-0DD336606DFB}" dt="2021-04-14T06:36:20.462" v="374" actId="478"/>
          <ac:spMkLst>
            <pc:docMk/>
            <pc:sldMk cId="465290997" sldId="261"/>
            <ac:spMk id="3" creationId="{722109C6-5A01-4ED1-AC88-C9F56C413665}"/>
          </ac:spMkLst>
        </pc:spChg>
        <pc:picChg chg="add mod">
          <ac:chgData name="AHMAD MUSTAQIM ADHA BIN AHMAD MARZUKI" userId="b3bd93d1-1a86-4ef7-8f54-cb3a6bb5320e" providerId="ADAL" clId="{066344B6-136E-40A9-B330-0DD336606DFB}" dt="2021-04-14T06:36:46.364" v="386" actId="1035"/>
          <ac:picMkLst>
            <pc:docMk/>
            <pc:sldMk cId="465290997" sldId="261"/>
            <ac:picMk id="4" creationId="{298EBF5D-D875-4BA3-A4C5-3644816F24B1}"/>
          </ac:picMkLst>
        </pc:picChg>
      </pc:sldChg>
      <pc:sldChg chg="addSp delSp modSp new mod setBg modAnim">
        <pc:chgData name="AHMAD MUSTAQIM ADHA BIN AHMAD MARZUKI" userId="b3bd93d1-1a86-4ef7-8f54-cb3a6bb5320e" providerId="ADAL" clId="{066344B6-136E-40A9-B330-0DD336606DFB}" dt="2021-04-14T06:39:47.836" v="408"/>
        <pc:sldMkLst>
          <pc:docMk/>
          <pc:sldMk cId="2242122125" sldId="262"/>
        </pc:sldMkLst>
        <pc:spChg chg="del">
          <ac:chgData name="AHMAD MUSTAQIM ADHA BIN AHMAD MARZUKI" userId="b3bd93d1-1a86-4ef7-8f54-cb3a6bb5320e" providerId="ADAL" clId="{066344B6-136E-40A9-B330-0DD336606DFB}" dt="2021-04-14T06:38:29.843" v="405" actId="478"/>
          <ac:spMkLst>
            <pc:docMk/>
            <pc:sldMk cId="2242122125" sldId="262"/>
            <ac:spMk id="2" creationId="{DBB562E8-CFE7-427F-986A-E6EFF539FE65}"/>
          </ac:spMkLst>
        </pc:spChg>
        <pc:spChg chg="del">
          <ac:chgData name="AHMAD MUSTAQIM ADHA BIN AHMAD MARZUKI" userId="b3bd93d1-1a86-4ef7-8f54-cb3a6bb5320e" providerId="ADAL" clId="{066344B6-136E-40A9-B330-0DD336606DFB}" dt="2021-04-14T06:38:29.843" v="405" actId="478"/>
          <ac:spMkLst>
            <pc:docMk/>
            <pc:sldMk cId="2242122125" sldId="262"/>
            <ac:spMk id="3" creationId="{A7A79E98-3B2E-4D4E-A466-C1A177DBA9C6}"/>
          </ac:spMkLst>
        </pc:spChg>
        <pc:picChg chg="add mod">
          <ac:chgData name="AHMAD MUSTAQIM ADHA BIN AHMAD MARZUKI" userId="b3bd93d1-1a86-4ef7-8f54-cb3a6bb5320e" providerId="ADAL" clId="{066344B6-136E-40A9-B330-0DD336606DFB}" dt="2021-04-14T06:39:32.068" v="407" actId="14100"/>
          <ac:picMkLst>
            <pc:docMk/>
            <pc:sldMk cId="2242122125" sldId="262"/>
            <ac:picMk id="5" creationId="{5D5FF9B6-3FFE-448E-9565-E22ED23375BF}"/>
          </ac:picMkLst>
        </pc:picChg>
      </pc:sldChg>
      <pc:sldChg chg="modSp add mod ord">
        <pc:chgData name="AHMAD MUSTAQIM ADHA BIN AHMAD MARZUKI" userId="b3bd93d1-1a86-4ef7-8f54-cb3a6bb5320e" providerId="ADAL" clId="{066344B6-136E-40A9-B330-0DD336606DFB}" dt="2021-04-14T07:02:13.262" v="1002" actId="20577"/>
        <pc:sldMkLst>
          <pc:docMk/>
          <pc:sldMk cId="2739966798" sldId="263"/>
        </pc:sldMkLst>
        <pc:spChg chg="mod">
          <ac:chgData name="AHMAD MUSTAQIM ADHA BIN AHMAD MARZUKI" userId="b3bd93d1-1a86-4ef7-8f54-cb3a6bb5320e" providerId="ADAL" clId="{066344B6-136E-40A9-B330-0DD336606DFB}" dt="2021-04-14T06:54:02.724" v="546" actId="20577"/>
          <ac:spMkLst>
            <pc:docMk/>
            <pc:sldMk cId="2739966798" sldId="263"/>
            <ac:spMk id="2" creationId="{06CC6E6D-D0CA-4CA5-97AD-5C8065DB9EFA}"/>
          </ac:spMkLst>
        </pc:spChg>
        <pc:spChg chg="mod">
          <ac:chgData name="AHMAD MUSTAQIM ADHA BIN AHMAD MARZUKI" userId="b3bd93d1-1a86-4ef7-8f54-cb3a6bb5320e" providerId="ADAL" clId="{066344B6-136E-40A9-B330-0DD336606DFB}" dt="2021-04-14T07:02:13.262" v="1002" actId="20577"/>
          <ac:spMkLst>
            <pc:docMk/>
            <pc:sldMk cId="2739966798" sldId="263"/>
            <ac:spMk id="3" creationId="{F323F8EC-A510-4741-8214-0D1058B8189D}"/>
          </ac:spMkLst>
        </pc:spChg>
      </pc:sldChg>
      <pc:sldChg chg="addSp delSp modSp add mod">
        <pc:chgData name="AHMAD MUSTAQIM ADHA BIN AHMAD MARZUKI" userId="b3bd93d1-1a86-4ef7-8f54-cb3a6bb5320e" providerId="ADAL" clId="{066344B6-136E-40A9-B330-0DD336606DFB}" dt="2021-04-14T07:44:24.372" v="2051" actId="21"/>
        <pc:sldMkLst>
          <pc:docMk/>
          <pc:sldMk cId="48339708" sldId="264"/>
        </pc:sldMkLst>
        <pc:spChg chg="mod">
          <ac:chgData name="AHMAD MUSTAQIM ADHA BIN AHMAD MARZUKI" userId="b3bd93d1-1a86-4ef7-8f54-cb3a6bb5320e" providerId="ADAL" clId="{066344B6-136E-40A9-B330-0DD336606DFB}" dt="2021-04-14T07:04:54.792" v="1016"/>
          <ac:spMkLst>
            <pc:docMk/>
            <pc:sldMk cId="48339708" sldId="264"/>
            <ac:spMk id="2" creationId="{06CC6E6D-D0CA-4CA5-97AD-5C8065DB9EFA}"/>
          </ac:spMkLst>
        </pc:spChg>
        <pc:spChg chg="mod">
          <ac:chgData name="AHMAD MUSTAQIM ADHA BIN AHMAD MARZUKI" userId="b3bd93d1-1a86-4ef7-8f54-cb3a6bb5320e" providerId="ADAL" clId="{066344B6-136E-40A9-B330-0DD336606DFB}" dt="2021-04-14T07:42:30.069" v="1999" actId="1076"/>
          <ac:spMkLst>
            <pc:docMk/>
            <pc:sldMk cId="48339708" sldId="264"/>
            <ac:spMk id="3" creationId="{F323F8EC-A510-4741-8214-0D1058B8189D}"/>
          </ac:spMkLst>
        </pc:spChg>
        <pc:spChg chg="add del mod">
          <ac:chgData name="AHMAD MUSTAQIM ADHA BIN AHMAD MARZUKI" userId="b3bd93d1-1a86-4ef7-8f54-cb3a6bb5320e" providerId="ADAL" clId="{066344B6-136E-40A9-B330-0DD336606DFB}" dt="2021-04-14T07:44:24.372" v="2051" actId="21"/>
          <ac:spMkLst>
            <pc:docMk/>
            <pc:sldMk cId="48339708" sldId="264"/>
            <ac:spMk id="6" creationId="{EEC13A76-0A1F-48DD-9D45-90503123D3A1}"/>
          </ac:spMkLst>
        </pc:spChg>
        <pc:spChg chg="add del mod">
          <ac:chgData name="AHMAD MUSTAQIM ADHA BIN AHMAD MARZUKI" userId="b3bd93d1-1a86-4ef7-8f54-cb3a6bb5320e" providerId="ADAL" clId="{066344B6-136E-40A9-B330-0DD336606DFB}" dt="2021-04-14T07:44:24.372" v="2051" actId="21"/>
          <ac:spMkLst>
            <pc:docMk/>
            <pc:sldMk cId="48339708" sldId="264"/>
            <ac:spMk id="12" creationId="{61A2E8C1-3374-4ACA-883B-81F8D7E6F512}"/>
          </ac:spMkLst>
        </pc:spChg>
        <pc:spChg chg="add mod">
          <ac:chgData name="AHMAD MUSTAQIM ADHA BIN AHMAD MARZUKI" userId="b3bd93d1-1a86-4ef7-8f54-cb3a6bb5320e" providerId="ADAL" clId="{066344B6-136E-40A9-B330-0DD336606DFB}" dt="2021-04-14T07:43:44.701" v="2050" actId="1076"/>
          <ac:spMkLst>
            <pc:docMk/>
            <pc:sldMk cId="48339708" sldId="264"/>
            <ac:spMk id="14" creationId="{13D70B88-3C0D-4A91-A95A-A4CFC65041FD}"/>
          </ac:spMkLst>
        </pc:spChg>
        <pc:picChg chg="add del">
          <ac:chgData name="AHMAD MUSTAQIM ADHA BIN AHMAD MARZUKI" userId="b3bd93d1-1a86-4ef7-8f54-cb3a6bb5320e" providerId="ADAL" clId="{066344B6-136E-40A9-B330-0DD336606DFB}" dt="2021-04-14T07:30:03.374" v="1748" actId="21"/>
          <ac:picMkLst>
            <pc:docMk/>
            <pc:sldMk cId="48339708" sldId="264"/>
            <ac:picMk id="5" creationId="{C3DD717B-5070-4FE1-8714-B6EA691FE8E3}"/>
          </ac:picMkLst>
        </pc:picChg>
        <pc:picChg chg="add del mod">
          <ac:chgData name="AHMAD MUSTAQIM ADHA BIN AHMAD MARZUKI" userId="b3bd93d1-1a86-4ef7-8f54-cb3a6bb5320e" providerId="ADAL" clId="{066344B6-136E-40A9-B330-0DD336606DFB}" dt="2021-04-14T07:44:24.372" v="2051" actId="21"/>
          <ac:picMkLst>
            <pc:docMk/>
            <pc:sldMk cId="48339708" sldId="264"/>
            <ac:picMk id="8" creationId="{6C7364D5-BCBB-4B92-90E9-9AF7A221E846}"/>
          </ac:picMkLst>
        </pc:picChg>
        <pc:picChg chg="add del mod">
          <ac:chgData name="AHMAD MUSTAQIM ADHA BIN AHMAD MARZUKI" userId="b3bd93d1-1a86-4ef7-8f54-cb3a6bb5320e" providerId="ADAL" clId="{066344B6-136E-40A9-B330-0DD336606DFB}" dt="2021-04-14T07:30:51.240" v="1811" actId="21"/>
          <ac:picMkLst>
            <pc:docMk/>
            <pc:sldMk cId="48339708" sldId="264"/>
            <ac:picMk id="9" creationId="{DA64D3A8-BA60-4A3D-A0EC-DB5E0DA4610A}"/>
          </ac:picMkLst>
        </pc:picChg>
        <pc:picChg chg="add mod">
          <ac:chgData name="AHMAD MUSTAQIM ADHA BIN AHMAD MARZUKI" userId="b3bd93d1-1a86-4ef7-8f54-cb3a6bb5320e" providerId="ADAL" clId="{066344B6-136E-40A9-B330-0DD336606DFB}" dt="2021-04-14T07:42:23.184" v="1998" actId="1076"/>
          <ac:picMkLst>
            <pc:docMk/>
            <pc:sldMk cId="48339708" sldId="264"/>
            <ac:picMk id="3074" creationId="{ABF96FB0-F22A-4F76-8C4B-DA32F394E6B2}"/>
          </ac:picMkLst>
        </pc:picChg>
        <pc:picChg chg="add del mod">
          <ac:chgData name="AHMAD MUSTAQIM ADHA BIN AHMAD MARZUKI" userId="b3bd93d1-1a86-4ef7-8f54-cb3a6bb5320e" providerId="ADAL" clId="{066344B6-136E-40A9-B330-0DD336606DFB}" dt="2021-04-14T07:44:24.372" v="2051" actId="21"/>
          <ac:picMkLst>
            <pc:docMk/>
            <pc:sldMk cId="48339708" sldId="264"/>
            <ac:picMk id="3076" creationId="{46081A53-0A85-47CC-B0F8-587A4E2D328C}"/>
          </ac:picMkLst>
        </pc:picChg>
        <pc:picChg chg="add mod">
          <ac:chgData name="AHMAD MUSTAQIM ADHA BIN AHMAD MARZUKI" userId="b3bd93d1-1a86-4ef7-8f54-cb3a6bb5320e" providerId="ADAL" clId="{066344B6-136E-40A9-B330-0DD336606DFB}" dt="2021-04-14T07:42:39.478" v="2003" actId="1076"/>
          <ac:picMkLst>
            <pc:docMk/>
            <pc:sldMk cId="48339708" sldId="264"/>
            <ac:picMk id="3078" creationId="{3362AA99-407C-44D1-A318-C65D206C2E84}"/>
          </ac:picMkLst>
        </pc:picChg>
      </pc:sldChg>
      <pc:sldChg chg="modSp add mod">
        <pc:chgData name="AHMAD MUSTAQIM ADHA BIN AHMAD MARZUKI" userId="b3bd93d1-1a86-4ef7-8f54-cb3a6bb5320e" providerId="ADAL" clId="{066344B6-136E-40A9-B330-0DD336606DFB}" dt="2021-04-14T07:17:50.242" v="1417" actId="1076"/>
        <pc:sldMkLst>
          <pc:docMk/>
          <pc:sldMk cId="2065422384" sldId="265"/>
        </pc:sldMkLst>
        <pc:spChg chg="mod">
          <ac:chgData name="AHMAD MUSTAQIM ADHA BIN AHMAD MARZUKI" userId="b3bd93d1-1a86-4ef7-8f54-cb3a6bb5320e" providerId="ADAL" clId="{066344B6-136E-40A9-B330-0DD336606DFB}" dt="2021-04-14T07:09:35.478" v="1030" actId="20577"/>
          <ac:spMkLst>
            <pc:docMk/>
            <pc:sldMk cId="2065422384" sldId="265"/>
            <ac:spMk id="2" creationId="{06CC6E6D-D0CA-4CA5-97AD-5C8065DB9EFA}"/>
          </ac:spMkLst>
        </pc:spChg>
        <pc:spChg chg="mod">
          <ac:chgData name="AHMAD MUSTAQIM ADHA BIN AHMAD MARZUKI" userId="b3bd93d1-1a86-4ef7-8f54-cb3a6bb5320e" providerId="ADAL" clId="{066344B6-136E-40A9-B330-0DD336606DFB}" dt="2021-04-14T07:17:50.242" v="1417" actId="1076"/>
          <ac:spMkLst>
            <pc:docMk/>
            <pc:sldMk cId="2065422384" sldId="265"/>
            <ac:spMk id="3" creationId="{F323F8EC-A510-4741-8214-0D1058B8189D}"/>
          </ac:spMkLst>
        </pc:spChg>
      </pc:sldChg>
      <pc:sldChg chg="modSp add mod">
        <pc:chgData name="AHMAD MUSTAQIM ADHA BIN AHMAD MARZUKI" userId="b3bd93d1-1a86-4ef7-8f54-cb3a6bb5320e" providerId="ADAL" clId="{066344B6-136E-40A9-B330-0DD336606DFB}" dt="2021-04-14T07:20:08.796" v="1621" actId="1076"/>
        <pc:sldMkLst>
          <pc:docMk/>
          <pc:sldMk cId="2802600045" sldId="266"/>
        </pc:sldMkLst>
        <pc:spChg chg="mod">
          <ac:chgData name="AHMAD MUSTAQIM ADHA BIN AHMAD MARZUKI" userId="b3bd93d1-1a86-4ef7-8f54-cb3a6bb5320e" providerId="ADAL" clId="{066344B6-136E-40A9-B330-0DD336606DFB}" dt="2021-04-14T07:18:27.004" v="1458" actId="20577"/>
          <ac:spMkLst>
            <pc:docMk/>
            <pc:sldMk cId="2802600045" sldId="266"/>
            <ac:spMk id="2" creationId="{06CC6E6D-D0CA-4CA5-97AD-5C8065DB9EFA}"/>
          </ac:spMkLst>
        </pc:spChg>
        <pc:spChg chg="mod">
          <ac:chgData name="AHMAD MUSTAQIM ADHA BIN AHMAD MARZUKI" userId="b3bd93d1-1a86-4ef7-8f54-cb3a6bb5320e" providerId="ADAL" clId="{066344B6-136E-40A9-B330-0DD336606DFB}" dt="2021-04-14T07:20:08.796" v="1621" actId="1076"/>
          <ac:spMkLst>
            <pc:docMk/>
            <pc:sldMk cId="2802600045" sldId="266"/>
            <ac:spMk id="3" creationId="{F323F8EC-A510-4741-8214-0D1058B8189D}"/>
          </ac:spMkLst>
        </pc:spChg>
      </pc:sldChg>
      <pc:sldChg chg="addSp delSp modSp add mod ord">
        <pc:chgData name="AHMAD MUSTAQIM ADHA BIN AHMAD MARZUKI" userId="b3bd93d1-1a86-4ef7-8f54-cb3a6bb5320e" providerId="ADAL" clId="{066344B6-136E-40A9-B330-0DD336606DFB}" dt="2021-04-14T07:51:17.695" v="2108" actId="14100"/>
        <pc:sldMkLst>
          <pc:docMk/>
          <pc:sldMk cId="3119422884" sldId="267"/>
        </pc:sldMkLst>
        <pc:spChg chg="mod">
          <ac:chgData name="AHMAD MUSTAQIM ADHA BIN AHMAD MARZUKI" userId="b3bd93d1-1a86-4ef7-8f54-cb3a6bb5320e" providerId="ADAL" clId="{066344B6-136E-40A9-B330-0DD336606DFB}" dt="2021-04-14T07:22:14.899" v="1657" actId="20577"/>
          <ac:spMkLst>
            <pc:docMk/>
            <pc:sldMk cId="3119422884" sldId="267"/>
            <ac:spMk id="2" creationId="{06CC6E6D-D0CA-4CA5-97AD-5C8065DB9EFA}"/>
          </ac:spMkLst>
        </pc:spChg>
        <pc:spChg chg="del mod">
          <ac:chgData name="AHMAD MUSTAQIM ADHA BIN AHMAD MARZUKI" userId="b3bd93d1-1a86-4ef7-8f54-cb3a6bb5320e" providerId="ADAL" clId="{066344B6-136E-40A9-B330-0DD336606DFB}" dt="2021-04-14T07:47:17.431" v="2079" actId="478"/>
          <ac:spMkLst>
            <pc:docMk/>
            <pc:sldMk cId="3119422884" sldId="267"/>
            <ac:spMk id="3" creationId="{F323F8EC-A510-4741-8214-0D1058B8189D}"/>
          </ac:spMkLst>
        </pc:spChg>
        <pc:spChg chg="add del">
          <ac:chgData name="AHMAD MUSTAQIM ADHA BIN AHMAD MARZUKI" userId="b3bd93d1-1a86-4ef7-8f54-cb3a6bb5320e" providerId="ADAL" clId="{066344B6-136E-40A9-B330-0DD336606DFB}" dt="2021-04-14T07:47:20.402" v="2081" actId="478"/>
          <ac:spMkLst>
            <pc:docMk/>
            <pc:sldMk cId="3119422884" sldId="267"/>
            <ac:spMk id="4" creationId="{A21A7250-658C-4388-9D15-401AB1116C64}"/>
          </ac:spMkLst>
        </pc:spChg>
        <pc:spChg chg="add del">
          <ac:chgData name="AHMAD MUSTAQIM ADHA BIN AHMAD MARZUKI" userId="b3bd93d1-1a86-4ef7-8f54-cb3a6bb5320e" providerId="ADAL" clId="{066344B6-136E-40A9-B330-0DD336606DFB}" dt="2021-04-14T07:47:29.110" v="2083" actId="478"/>
          <ac:spMkLst>
            <pc:docMk/>
            <pc:sldMk cId="3119422884" sldId="267"/>
            <ac:spMk id="5" creationId="{6145DFCB-B70D-443C-BB7C-E88836F7493D}"/>
          </ac:spMkLst>
        </pc:spChg>
        <pc:spChg chg="add del mod">
          <ac:chgData name="AHMAD MUSTAQIM ADHA BIN AHMAD MARZUKI" userId="b3bd93d1-1a86-4ef7-8f54-cb3a6bb5320e" providerId="ADAL" clId="{066344B6-136E-40A9-B330-0DD336606DFB}" dt="2021-04-14T07:47:45.188" v="2087"/>
          <ac:spMkLst>
            <pc:docMk/>
            <pc:sldMk cId="3119422884" sldId="267"/>
            <ac:spMk id="6" creationId="{A948CEA9-EBD1-4CAC-B3CA-A8B2EF6F1C5A}"/>
          </ac:spMkLst>
        </pc:spChg>
        <pc:picChg chg="add del mod">
          <ac:chgData name="AHMAD MUSTAQIM ADHA BIN AHMAD MARZUKI" userId="b3bd93d1-1a86-4ef7-8f54-cb3a6bb5320e" providerId="ADAL" clId="{066344B6-136E-40A9-B330-0DD336606DFB}" dt="2021-04-14T07:51:09.563" v="2105" actId="478"/>
          <ac:picMkLst>
            <pc:docMk/>
            <pc:sldMk cId="3119422884" sldId="267"/>
            <ac:picMk id="8" creationId="{2F58958C-DA32-4CC7-9D08-1D757B87F022}"/>
          </ac:picMkLst>
        </pc:picChg>
        <pc:picChg chg="add mod">
          <ac:chgData name="AHMAD MUSTAQIM ADHA BIN AHMAD MARZUKI" userId="b3bd93d1-1a86-4ef7-8f54-cb3a6bb5320e" providerId="ADAL" clId="{066344B6-136E-40A9-B330-0DD336606DFB}" dt="2021-04-14T07:51:17.695" v="2108" actId="14100"/>
          <ac:picMkLst>
            <pc:docMk/>
            <pc:sldMk cId="3119422884" sldId="267"/>
            <ac:picMk id="10" creationId="{4C097EB7-6BCC-4CC1-A8E9-FFA541F46C10}"/>
          </ac:picMkLst>
        </pc:picChg>
      </pc:sldChg>
      <pc:sldChg chg="new del">
        <pc:chgData name="AHMAD MUSTAQIM ADHA BIN AHMAD MARZUKI" userId="b3bd93d1-1a86-4ef7-8f54-cb3a6bb5320e" providerId="ADAL" clId="{066344B6-136E-40A9-B330-0DD336606DFB}" dt="2021-04-14T07:21:43.089" v="1633" actId="47"/>
        <pc:sldMkLst>
          <pc:docMk/>
          <pc:sldMk cId="3944917222" sldId="267"/>
        </pc:sldMkLst>
      </pc:sldChg>
      <pc:sldChg chg="addSp modSp add mod">
        <pc:chgData name="AHMAD MUSTAQIM ADHA BIN AHMAD MARZUKI" userId="b3bd93d1-1a86-4ef7-8f54-cb3a6bb5320e" providerId="ADAL" clId="{066344B6-136E-40A9-B330-0DD336606DFB}" dt="2021-04-14T07:31:20.542" v="1859" actId="1035"/>
        <pc:sldMkLst>
          <pc:docMk/>
          <pc:sldMk cId="1554514245" sldId="268"/>
        </pc:sldMkLst>
        <pc:spChg chg="mod">
          <ac:chgData name="AHMAD MUSTAQIM ADHA BIN AHMAD MARZUKI" userId="b3bd93d1-1a86-4ef7-8f54-cb3a6bb5320e" providerId="ADAL" clId="{066344B6-136E-40A9-B330-0DD336606DFB}" dt="2021-04-14T07:30:22.040" v="1768" actId="20577"/>
          <ac:spMkLst>
            <pc:docMk/>
            <pc:sldMk cId="1554514245" sldId="268"/>
            <ac:spMk id="2" creationId="{06CC6E6D-D0CA-4CA5-97AD-5C8065DB9EFA}"/>
          </ac:spMkLst>
        </pc:spChg>
        <pc:spChg chg="mod">
          <ac:chgData name="AHMAD MUSTAQIM ADHA BIN AHMAD MARZUKI" userId="b3bd93d1-1a86-4ef7-8f54-cb3a6bb5320e" providerId="ADAL" clId="{066344B6-136E-40A9-B330-0DD336606DFB}" dt="2021-04-14T07:31:20.542" v="1859" actId="1035"/>
          <ac:spMkLst>
            <pc:docMk/>
            <pc:sldMk cId="1554514245" sldId="268"/>
            <ac:spMk id="3" creationId="{F323F8EC-A510-4741-8214-0D1058B8189D}"/>
          </ac:spMkLst>
        </pc:spChg>
        <pc:picChg chg="add mod">
          <ac:chgData name="AHMAD MUSTAQIM ADHA BIN AHMAD MARZUKI" userId="b3bd93d1-1a86-4ef7-8f54-cb3a6bb5320e" providerId="ADAL" clId="{066344B6-136E-40A9-B330-0DD336606DFB}" dt="2021-04-14T07:31:11.541" v="1823" actId="1036"/>
          <ac:picMkLst>
            <pc:docMk/>
            <pc:sldMk cId="1554514245" sldId="268"/>
            <ac:picMk id="4" creationId="{6AD992A9-8556-4D7A-B7CB-100ADCC3A653}"/>
          </ac:picMkLst>
        </pc:picChg>
      </pc:sldChg>
      <pc:sldChg chg="addSp delSp modSp add mod">
        <pc:chgData name="AHMAD MUSTAQIM ADHA BIN AHMAD MARZUKI" userId="b3bd93d1-1a86-4ef7-8f54-cb3a6bb5320e" providerId="ADAL" clId="{066344B6-136E-40A9-B330-0DD336606DFB}" dt="2021-04-14T07:45:34.139" v="2077" actId="1076"/>
        <pc:sldMkLst>
          <pc:docMk/>
          <pc:sldMk cId="1469509927" sldId="269"/>
        </pc:sldMkLst>
        <pc:spChg chg="mod">
          <ac:chgData name="AHMAD MUSTAQIM ADHA BIN AHMAD MARZUKI" userId="b3bd93d1-1a86-4ef7-8f54-cb3a6bb5320e" providerId="ADAL" clId="{066344B6-136E-40A9-B330-0DD336606DFB}" dt="2021-04-14T07:45:05.623" v="2072" actId="20577"/>
          <ac:spMkLst>
            <pc:docMk/>
            <pc:sldMk cId="1469509927" sldId="269"/>
            <ac:spMk id="2" creationId="{06CC6E6D-D0CA-4CA5-97AD-5C8065DB9EFA}"/>
          </ac:spMkLst>
        </pc:spChg>
        <pc:spChg chg="del">
          <ac:chgData name="AHMAD MUSTAQIM ADHA BIN AHMAD MARZUKI" userId="b3bd93d1-1a86-4ef7-8f54-cb3a6bb5320e" providerId="ADAL" clId="{066344B6-136E-40A9-B330-0DD336606DFB}" dt="2021-04-14T07:44:37.412" v="2053" actId="478"/>
          <ac:spMkLst>
            <pc:docMk/>
            <pc:sldMk cId="1469509927" sldId="269"/>
            <ac:spMk id="3" creationId="{F323F8EC-A510-4741-8214-0D1058B8189D}"/>
          </ac:spMkLst>
        </pc:spChg>
        <pc:spChg chg="add del mod">
          <ac:chgData name="AHMAD MUSTAQIM ADHA BIN AHMAD MARZUKI" userId="b3bd93d1-1a86-4ef7-8f54-cb3a6bb5320e" providerId="ADAL" clId="{066344B6-136E-40A9-B330-0DD336606DFB}" dt="2021-04-14T07:44:39.199" v="2054" actId="478"/>
          <ac:spMkLst>
            <pc:docMk/>
            <pc:sldMk cId="1469509927" sldId="269"/>
            <ac:spMk id="5" creationId="{11388228-8E40-429F-AFEB-9BFA2542699C}"/>
          </ac:spMkLst>
        </pc:spChg>
        <pc:spChg chg="add mod">
          <ac:chgData name="AHMAD MUSTAQIM ADHA BIN AHMAD MARZUKI" userId="b3bd93d1-1a86-4ef7-8f54-cb3a6bb5320e" providerId="ADAL" clId="{066344B6-136E-40A9-B330-0DD336606DFB}" dt="2021-04-14T07:45:34.139" v="2077" actId="1076"/>
          <ac:spMkLst>
            <pc:docMk/>
            <pc:sldMk cId="1469509927" sldId="269"/>
            <ac:spMk id="7" creationId="{7E3BF139-5C2E-4C11-B78C-86673C1D034A}"/>
          </ac:spMkLst>
        </pc:spChg>
        <pc:spChg chg="add mod">
          <ac:chgData name="AHMAD MUSTAQIM ADHA BIN AHMAD MARZUKI" userId="b3bd93d1-1a86-4ef7-8f54-cb3a6bb5320e" providerId="ADAL" clId="{066344B6-136E-40A9-B330-0DD336606DFB}" dt="2021-04-14T07:45:34.139" v="2077" actId="1076"/>
          <ac:spMkLst>
            <pc:docMk/>
            <pc:sldMk cId="1469509927" sldId="269"/>
            <ac:spMk id="9" creationId="{4CB386A6-6489-4670-8396-99A478BE3A79}"/>
          </ac:spMkLst>
        </pc:spChg>
        <pc:picChg chg="add mod">
          <ac:chgData name="AHMAD MUSTAQIM ADHA BIN AHMAD MARZUKI" userId="b3bd93d1-1a86-4ef7-8f54-cb3a6bb5320e" providerId="ADAL" clId="{066344B6-136E-40A9-B330-0DD336606DFB}" dt="2021-04-14T07:45:34.139" v="2077" actId="1076"/>
          <ac:picMkLst>
            <pc:docMk/>
            <pc:sldMk cId="1469509927" sldId="269"/>
            <ac:picMk id="6" creationId="{904397AF-3552-493C-A0B5-95ECE7EA51EF}"/>
          </ac:picMkLst>
        </pc:picChg>
        <pc:picChg chg="add mod">
          <ac:chgData name="AHMAD MUSTAQIM ADHA BIN AHMAD MARZUKI" userId="b3bd93d1-1a86-4ef7-8f54-cb3a6bb5320e" providerId="ADAL" clId="{066344B6-136E-40A9-B330-0DD336606DFB}" dt="2021-04-14T07:45:34.139" v="2077" actId="1076"/>
          <ac:picMkLst>
            <pc:docMk/>
            <pc:sldMk cId="1469509927" sldId="269"/>
            <ac:picMk id="8" creationId="{6E45715A-F9BB-4FB5-8233-288C7E5683E7}"/>
          </ac:picMkLst>
        </pc:picChg>
      </pc:sldChg>
      <pc:sldChg chg="addSp delSp modSp add mod">
        <pc:chgData name="AHMAD MUSTAQIM ADHA BIN AHMAD MARZUKI" userId="b3bd93d1-1a86-4ef7-8f54-cb3a6bb5320e" providerId="ADAL" clId="{066344B6-136E-40A9-B330-0DD336606DFB}" dt="2021-04-14T07:51:05.505" v="2104" actId="1076"/>
        <pc:sldMkLst>
          <pc:docMk/>
          <pc:sldMk cId="1643520882" sldId="270"/>
        </pc:sldMkLst>
        <pc:spChg chg="del">
          <ac:chgData name="AHMAD MUSTAQIM ADHA BIN AHMAD MARZUKI" userId="b3bd93d1-1a86-4ef7-8f54-cb3a6bb5320e" providerId="ADAL" clId="{066344B6-136E-40A9-B330-0DD336606DFB}" dt="2021-04-14T07:49:45.905" v="2100" actId="478"/>
          <ac:spMkLst>
            <pc:docMk/>
            <pc:sldMk cId="1643520882" sldId="270"/>
            <ac:spMk id="2" creationId="{06CC6E6D-D0CA-4CA5-97AD-5C8065DB9EFA}"/>
          </ac:spMkLst>
        </pc:spChg>
        <pc:spChg chg="add del mod">
          <ac:chgData name="AHMAD MUSTAQIM ADHA BIN AHMAD MARZUKI" userId="b3bd93d1-1a86-4ef7-8f54-cb3a6bb5320e" providerId="ADAL" clId="{066344B6-136E-40A9-B330-0DD336606DFB}" dt="2021-04-14T07:49:49.515" v="2101" actId="478"/>
          <ac:spMkLst>
            <pc:docMk/>
            <pc:sldMk cId="1643520882" sldId="270"/>
            <ac:spMk id="4" creationId="{67149594-9AC4-4ADF-B4D0-975BBC07A03A}"/>
          </ac:spMkLst>
        </pc:spChg>
        <pc:picChg chg="mod">
          <ac:chgData name="AHMAD MUSTAQIM ADHA BIN AHMAD MARZUKI" userId="b3bd93d1-1a86-4ef7-8f54-cb3a6bb5320e" providerId="ADAL" clId="{066344B6-136E-40A9-B330-0DD336606DFB}" dt="2021-04-14T07:51:05.505" v="2104" actId="1076"/>
          <ac:picMkLst>
            <pc:docMk/>
            <pc:sldMk cId="1643520882" sldId="270"/>
            <ac:picMk id="8" creationId="{2F58958C-DA32-4CC7-9D08-1D757B87F0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4E28-4A92-413A-AF10-BED0D0488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49C3F-DEC1-4DBF-BAB2-26C19E36F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0E092-EE2E-418C-A452-5183A59D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CD5-2A34-4F18-85D6-DFA76CDE8978}" type="datetimeFigureOut">
              <a:rPr lang="en-MY" smtClean="0"/>
              <a:t>14/4/2021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5E3C-74F4-4130-B624-3D2ADCB6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F1629-A2FC-4CAC-BF76-33953574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8001C-8763-4983-BFA9-DE4A9610A1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01167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1144-E7E3-46C7-A237-45A72DE4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CB524-A1D5-490D-AA32-769F30494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F1A20-9EE7-4FB2-9A0D-0FABB14EA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CD5-2A34-4F18-85D6-DFA76CDE8978}" type="datetimeFigureOut">
              <a:rPr lang="en-MY" smtClean="0"/>
              <a:t>14/4/2021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AA5A3-03F3-4450-A5B2-7ADF62CC9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E9A54-9CD4-44A0-BA79-62DF975DE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8001C-8763-4983-BFA9-DE4A9610A1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529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0995-8BFA-43E3-B690-5C1ABBCBC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E92EA-CD1B-474E-9A55-0BFD0033B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EB521-7F6B-438C-80B2-D65EA25EC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CD5-2A34-4F18-85D6-DFA76CDE8978}" type="datetimeFigureOut">
              <a:rPr lang="en-MY" smtClean="0"/>
              <a:t>14/4/2021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5D8FC-A779-45E2-9126-C03C1943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B3008-28A7-4C95-9EAF-5EE2E0E5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8001C-8763-4983-BFA9-DE4A9610A1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42279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0EED-2A1A-4235-8F53-3118AA4C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C65E3-5D96-4562-BA99-54F057105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1EF7E-3A1D-4601-88F4-8EF9938ED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9C978-8F71-4129-8B07-FFFF440FA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CD5-2A34-4F18-85D6-DFA76CDE8978}" type="datetimeFigureOut">
              <a:rPr lang="en-MY" smtClean="0"/>
              <a:t>14/4/2021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CD59B-AAB3-4C29-B2BF-0676838E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561CB-1A6D-4C2E-A3F5-002DB31E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8001C-8763-4983-BFA9-DE4A9610A1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1410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33D27-E4C8-4DE3-9018-7101B5CD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9A08D-9BCB-4B48-BB2A-715B18DB1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CE6DF-C325-4E34-8FC9-B92583C80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07C7D-BAED-4459-8C2C-52CEA96CD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BE10FA-FF0D-4E38-A564-18BCC8F05F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784D04-3E82-4153-A330-933151B8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CD5-2A34-4F18-85D6-DFA76CDE8978}" type="datetimeFigureOut">
              <a:rPr lang="en-MY" smtClean="0"/>
              <a:t>14/4/2021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4C03B1-C263-44DC-A118-7D5DC53E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3CE27-6149-4A61-BC9F-74C36FD2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8001C-8763-4983-BFA9-DE4A9610A1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771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B669-DC39-4542-9A49-998800DD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AE613-9DBA-4EC8-B3F1-D20CE65D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CD5-2A34-4F18-85D6-DFA76CDE8978}" type="datetimeFigureOut">
              <a:rPr lang="en-MY" smtClean="0"/>
              <a:t>14/4/2021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DEEF0-EE95-4802-97C4-10CDF4C74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5446A-F919-4CA5-862B-947A4D03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8001C-8763-4983-BFA9-DE4A9610A1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9774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3257B3-5D19-49F8-B30E-C0C02347B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CD5-2A34-4F18-85D6-DFA76CDE8978}" type="datetimeFigureOut">
              <a:rPr lang="en-MY" smtClean="0"/>
              <a:t>14/4/2021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B000D-38A6-40BF-B4A5-34DCD74C5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DAE0C-CA3C-4E96-ACAA-27F9733E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8001C-8763-4983-BFA9-DE4A9610A1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5101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273D-7930-4753-92B4-D86907CEB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E911D-66C7-48B8-8869-1B2D44AAF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5B508-0BAC-44D2-B422-E167522FF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59E9E-374D-45F7-B6A3-93B837DFB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CD5-2A34-4F18-85D6-DFA76CDE8978}" type="datetimeFigureOut">
              <a:rPr lang="en-MY" smtClean="0"/>
              <a:t>14/4/2021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90BB3-4787-4D6A-9604-0FAD1852D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DE6F0-605E-40FD-A9A2-81FAF2C4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8001C-8763-4983-BFA9-DE4A9610A1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89343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42A9-1E64-4CD1-8CCF-9FDAC6D4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F45BF9-C366-40D1-AD7C-F5F14F3D5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1E365-AF48-4A92-9D7F-DF9EE8AF6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451F-69CC-4534-9986-DF09D57A6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CD5-2A34-4F18-85D6-DFA76CDE8978}" type="datetimeFigureOut">
              <a:rPr lang="en-MY" smtClean="0"/>
              <a:t>14/4/2021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E4D0B-078E-46D9-9EE0-E6A3F0D11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2742A-7558-448A-B6ED-A3DFE91A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8001C-8763-4983-BFA9-DE4A9610A1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4360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1DBE-6AB4-4657-B879-1EE661A1C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9BAE9-8D78-4886-A54E-87CAD407F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D1A28-DBFB-4F38-89FA-048088E19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CD5-2A34-4F18-85D6-DFA76CDE8978}" type="datetimeFigureOut">
              <a:rPr lang="en-MY" smtClean="0"/>
              <a:t>14/4/2021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43CB5-6233-4FBB-AC3F-76561D254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F7DDD-FD7F-475E-9D20-70DEA48D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8001C-8763-4983-BFA9-DE4A9610A1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8980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D8EC78-77AC-4502-B59B-068163ABB9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AE8C7-5B26-4141-A2E4-DD384AFB5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01A42-2DAD-4E41-99D7-86863C1CC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CD5-2A34-4F18-85D6-DFA76CDE8978}" type="datetimeFigureOut">
              <a:rPr lang="en-MY" smtClean="0"/>
              <a:t>14/4/2021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FCCE0-5241-4E05-B503-F7ECB4E38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92A1-1398-451D-9351-2BDD6D9E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8001C-8763-4983-BFA9-DE4A9610A1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7481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B7855-7C61-45A9-926F-EA444574F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A9A96-4792-4C16-9A71-F37E68F93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380A9-E7D4-4DC2-BC7A-0CD5B1C7C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6ACD5-2A34-4F18-85D6-DFA76CDE8978}" type="datetimeFigureOut">
              <a:rPr lang="en-MY" smtClean="0"/>
              <a:t>14/4/2021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6261C-FEDC-45AE-B827-13D702F80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A6356-90E1-48D4-812D-F4396733A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8001C-8763-4983-BFA9-DE4A9610A1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1299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eb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5ACA787-2E2E-42AE-BCC7-7F6F7E58FC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EE0DE4-90E5-4CAF-9176-A282724CD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90112"/>
            <a:ext cx="9144000" cy="1422129"/>
          </a:xfrm>
        </p:spPr>
        <p:txBody>
          <a:bodyPr>
            <a:noAutofit/>
          </a:bodyPr>
          <a:lstStyle/>
          <a:p>
            <a:r>
              <a:rPr lang="en-MY" sz="8800" b="1">
                <a:solidFill>
                  <a:schemeClr val="bg1"/>
                </a:solidFill>
                <a:latin typeface="SF UI Text" panose="00000500000000000000" pitchFamily="2" charset="0"/>
              </a:rPr>
              <a:t>UAV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9366B-D590-4B6F-8BCD-ECA858076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32729"/>
            <a:ext cx="9144000" cy="506135"/>
          </a:xfrm>
        </p:spPr>
        <p:txBody>
          <a:bodyPr/>
          <a:lstStyle/>
          <a:p>
            <a:r>
              <a:rPr lang="en-MY">
                <a:solidFill>
                  <a:schemeClr val="bg1"/>
                </a:solidFill>
                <a:latin typeface="SF UI Text" panose="00000500000000000000" pitchFamily="2" charset="0"/>
              </a:rPr>
              <a:t>Unmanned Aerial Vehicle</a:t>
            </a:r>
          </a:p>
        </p:txBody>
      </p:sp>
    </p:spTree>
    <p:extLst>
      <p:ext uri="{BB962C8B-B14F-4D97-AF65-F5344CB8AC3E}">
        <p14:creationId xmlns:p14="http://schemas.microsoft.com/office/powerpoint/2010/main" val="3464285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6E6D-D0CA-4CA5-97AD-5C8065DB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>
                <a:latin typeface="SF UI Text" panose="00000500000000000000" pitchFamily="2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3F8EC-A510-4741-8214-0D1058B81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1188"/>
            <a:ext cx="10515600" cy="3210201"/>
          </a:xfrm>
        </p:spPr>
        <p:txBody>
          <a:bodyPr/>
          <a:lstStyle/>
          <a:p>
            <a:r>
              <a:rPr lang="en-MY">
                <a:latin typeface="SF UI Text" panose="00000500000000000000" pitchFamily="2" charset="0"/>
              </a:rPr>
              <a:t>Hull design</a:t>
            </a:r>
          </a:p>
          <a:p>
            <a:r>
              <a:rPr lang="en-MY">
                <a:latin typeface="SF UI Text" panose="00000500000000000000" pitchFamily="2" charset="0"/>
              </a:rPr>
              <a:t>Propulsion system</a:t>
            </a:r>
          </a:p>
          <a:p>
            <a:r>
              <a:rPr lang="en-MY">
                <a:latin typeface="SF UI Text" panose="00000500000000000000" pitchFamily="2" charset="0"/>
              </a:rPr>
              <a:t>Navigation system and control</a:t>
            </a:r>
          </a:p>
          <a:p>
            <a:r>
              <a:rPr lang="en-MY">
                <a:latin typeface="SF UI Text" panose="00000500000000000000" pitchFamily="2" charset="0"/>
              </a:rPr>
              <a:t>Data collection</a:t>
            </a:r>
          </a:p>
          <a:p>
            <a:r>
              <a:rPr lang="en-MY">
                <a:latin typeface="SF UI Text" panose="00000500000000000000" pitchFamily="2" charset="0"/>
              </a:rPr>
              <a:t>Data transmission</a:t>
            </a:r>
          </a:p>
          <a:p>
            <a:r>
              <a:rPr lang="en-MY">
                <a:latin typeface="SF UI Text" panose="00000500000000000000" pitchFamily="2" charset="0"/>
              </a:rPr>
              <a:t>Power management</a:t>
            </a:r>
          </a:p>
        </p:txBody>
      </p:sp>
    </p:spTree>
    <p:extLst>
      <p:ext uri="{BB962C8B-B14F-4D97-AF65-F5344CB8AC3E}">
        <p14:creationId xmlns:p14="http://schemas.microsoft.com/office/powerpoint/2010/main" val="3449404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6E6D-D0CA-4CA5-97AD-5C8065DB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>
                <a:latin typeface="SF UI Text" panose="00000500000000000000" pitchFamily="2" charset="0"/>
              </a:rPr>
              <a:t>Hull design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75D669-4614-4B87-807A-8B5AC764F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270" y="614210"/>
            <a:ext cx="5614030" cy="562958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3097937-5A97-4E7B-B26C-C9EA059B8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042"/>
            <a:ext cx="4754217" cy="15282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MY" sz="2000">
                <a:latin typeface="SF UI Text" panose="00000500000000000000" pitchFamily="2" charset="0"/>
              </a:rPr>
              <a:t>Foldable frame</a:t>
            </a:r>
          </a:p>
          <a:p>
            <a:pPr>
              <a:lnSpc>
                <a:spcPct val="100000"/>
              </a:lnSpc>
            </a:pPr>
            <a:r>
              <a:rPr lang="en-MY" sz="2000">
                <a:latin typeface="SF UI Text" panose="00000500000000000000" pitchFamily="2" charset="0"/>
              </a:rPr>
              <a:t>Quick-release spray tank and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MY" sz="2000">
                <a:latin typeface="SF UI Text" panose="00000500000000000000" pitchFamily="2" charset="0"/>
              </a:rPr>
              <a:t>    flight battery</a:t>
            </a:r>
          </a:p>
        </p:txBody>
      </p:sp>
    </p:spTree>
    <p:extLst>
      <p:ext uri="{BB962C8B-B14F-4D97-AF65-F5344CB8AC3E}">
        <p14:creationId xmlns:p14="http://schemas.microsoft.com/office/powerpoint/2010/main" val="3676522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 4">
            <a:hlinkClick r:id="" action="ppaction://media"/>
            <a:extLst>
              <a:ext uri="{FF2B5EF4-FFF2-40B4-BE49-F238E27FC236}">
                <a16:creationId xmlns:a16="http://schemas.microsoft.com/office/drawing/2014/main" id="{5D5FF9B6-3FFE-448E-9565-E22ED23375B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52500" y="36442"/>
            <a:ext cx="10232335" cy="682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12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A808F9-C20C-4BF2-B3FD-628545F1F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73" y="588464"/>
            <a:ext cx="11781454" cy="610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07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8EBF5D-D875-4BA3-A4C5-3644816F2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50" y="463827"/>
            <a:ext cx="11303084" cy="597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9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6E6D-D0CA-4CA5-97AD-5C8065DB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>
                <a:latin typeface="SF UI Text" panose="00000500000000000000" pitchFamily="2" charset="0"/>
              </a:rPr>
              <a:t>Propulsion system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9594FF-B728-41AC-8EE8-417D6936B7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3" t="13201" r="18719" b="19684"/>
          <a:stretch/>
        </p:blipFill>
        <p:spPr bwMode="auto">
          <a:xfrm>
            <a:off x="838200" y="2576902"/>
            <a:ext cx="2305833" cy="17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1A657-B404-4AD1-9C03-25A6330AAF11}"/>
              </a:ext>
            </a:extLst>
          </p:cNvPr>
          <p:cNvSpPr txBox="1"/>
          <p:nvPr/>
        </p:nvSpPr>
        <p:spPr>
          <a:xfrm>
            <a:off x="1307848" y="4413009"/>
            <a:ext cx="2292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>
                <a:latin typeface="SF UI Text" panose="00000500000000000000" pitchFamily="2" charset="0"/>
              </a:rPr>
              <a:t>Motor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00654-47D7-4EB3-BC02-376A806451A4}"/>
              </a:ext>
            </a:extLst>
          </p:cNvPr>
          <p:cNvSpPr txBox="1"/>
          <p:nvPr/>
        </p:nvSpPr>
        <p:spPr>
          <a:xfrm>
            <a:off x="3384349" y="4413009"/>
            <a:ext cx="4943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>
                <a:latin typeface="SF UI Text" panose="00000500000000000000" pitchFamily="2" charset="0"/>
              </a:rPr>
              <a:t>Electronic Speed Control (ESC)</a:t>
            </a:r>
          </a:p>
        </p:txBody>
      </p:sp>
      <p:pic>
        <p:nvPicPr>
          <p:cNvPr id="2056" name="Picture 8" descr="DJI Agras T16 ESC module for repair">
            <a:extLst>
              <a:ext uri="{FF2B5EF4-FFF2-40B4-BE49-F238E27FC236}">
                <a16:creationId xmlns:a16="http://schemas.microsoft.com/office/drawing/2014/main" id="{F992C22F-46C2-4DF0-8B5C-567F1EE2B7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3" t="23861" r="18265" b="28462"/>
          <a:stretch/>
        </p:blipFill>
        <p:spPr bwMode="auto">
          <a:xfrm>
            <a:off x="4090666" y="2955578"/>
            <a:ext cx="2954153" cy="13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4CF09859-6CFF-434E-9C54-BF2A2CFC47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57" b="37440"/>
          <a:stretch/>
        </p:blipFill>
        <p:spPr bwMode="auto">
          <a:xfrm>
            <a:off x="8056963" y="3328124"/>
            <a:ext cx="3367008" cy="882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FD1A92-1E75-4768-8C60-96334FF2A180}"/>
              </a:ext>
            </a:extLst>
          </p:cNvPr>
          <p:cNvSpPr txBox="1"/>
          <p:nvPr/>
        </p:nvSpPr>
        <p:spPr>
          <a:xfrm>
            <a:off x="8984076" y="4413009"/>
            <a:ext cx="2292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>
                <a:latin typeface="SF UI Text" panose="00000500000000000000" pitchFamily="2" charset="0"/>
              </a:rPr>
              <a:t>Propeller</a:t>
            </a:r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2A603A2A-86F9-4B44-B320-0F4E73753C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52" b="35652"/>
          <a:stretch/>
        </p:blipFill>
        <p:spPr bwMode="auto">
          <a:xfrm>
            <a:off x="7991452" y="2369743"/>
            <a:ext cx="3452208" cy="99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64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6E6D-D0CA-4CA5-97AD-5C8065DB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>
                <a:latin typeface="SF UI Text" panose="00000500000000000000" pitchFamily="2" charset="0"/>
              </a:rPr>
              <a:t>Motor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3F8EC-A510-4741-8214-0D1058B81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7849"/>
            <a:ext cx="10515600" cy="3660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>
                <a:latin typeface="SF UI Text" panose="00000500000000000000" pitchFamily="2" charset="0"/>
              </a:rPr>
              <a:t>Specifications based on:</a:t>
            </a:r>
          </a:p>
          <a:p>
            <a:pPr marL="514350" indent="-514350">
              <a:buFont typeface="+mj-lt"/>
              <a:buAutoNum type="arabicPeriod"/>
            </a:pPr>
            <a:r>
              <a:rPr lang="en-MY">
                <a:latin typeface="SF UI Text" panose="00000500000000000000" pitchFamily="2" charset="0"/>
              </a:rPr>
              <a:t>Stator size</a:t>
            </a:r>
          </a:p>
          <a:p>
            <a:r>
              <a:rPr lang="en-MY">
                <a:latin typeface="SF UI Text" panose="00000500000000000000" pitchFamily="2" charset="0"/>
              </a:rPr>
              <a:t>Noted as &lt;Stator Width in mm&gt;&lt;Stator Height in mm&gt;</a:t>
            </a:r>
          </a:p>
          <a:p>
            <a:endParaRPr lang="en-MY">
              <a:latin typeface="SF UI Text" panose="00000500000000000000" pitchFamily="2" charset="0"/>
            </a:endParaRPr>
          </a:p>
          <a:p>
            <a:pPr marL="514350" indent="-514350">
              <a:buAutoNum type="arabicPeriod" startAt="2"/>
            </a:pPr>
            <a:r>
              <a:rPr lang="en-MY">
                <a:latin typeface="SF UI Text" panose="00000500000000000000" pitchFamily="2" charset="0"/>
              </a:rPr>
              <a:t>KV rating</a:t>
            </a:r>
          </a:p>
          <a:p>
            <a:r>
              <a:rPr lang="en-MY">
                <a:latin typeface="SF UI Text" panose="00000500000000000000" pitchFamily="2" charset="0"/>
              </a:rPr>
              <a:t>The rotational speed per input voltage</a:t>
            </a:r>
          </a:p>
          <a:p>
            <a:r>
              <a:rPr lang="en-MY">
                <a:latin typeface="SF UI Text" panose="00000500000000000000" pitchFamily="2" charset="0"/>
              </a:rPr>
              <a:t>1 KV = 1 rpm/V </a:t>
            </a:r>
          </a:p>
        </p:txBody>
      </p:sp>
    </p:spTree>
    <p:extLst>
      <p:ext uri="{BB962C8B-B14F-4D97-AF65-F5344CB8AC3E}">
        <p14:creationId xmlns:p14="http://schemas.microsoft.com/office/powerpoint/2010/main" val="273996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6E6D-D0CA-4CA5-97AD-5C8065DB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>
                <a:latin typeface="SF UI Text" panose="00000500000000000000" pitchFamily="2" charset="0"/>
              </a:rPr>
              <a:t>Propellers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3F8EC-A510-4741-8214-0D1058B81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7465"/>
            <a:ext cx="10515600" cy="40304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>
                <a:latin typeface="SF UI Text" panose="00000500000000000000" pitchFamily="2" charset="0"/>
              </a:rPr>
              <a:t>Specifications based on:</a:t>
            </a:r>
          </a:p>
          <a:p>
            <a:pPr marL="514350" indent="-514350">
              <a:buFont typeface="+mj-lt"/>
              <a:buAutoNum type="arabicPeriod"/>
            </a:pPr>
            <a:r>
              <a:rPr lang="en-MY">
                <a:latin typeface="SF UI Text" panose="00000500000000000000" pitchFamily="2" charset="0"/>
              </a:rPr>
              <a:t>Diameter</a:t>
            </a:r>
          </a:p>
          <a:p>
            <a:pPr marL="514350" indent="-514350">
              <a:buFont typeface="+mj-lt"/>
              <a:buAutoNum type="arabicPeriod"/>
            </a:pPr>
            <a:r>
              <a:rPr lang="en-MY">
                <a:latin typeface="SF UI Text" panose="00000500000000000000" pitchFamily="2" charset="0"/>
              </a:rPr>
              <a:t>Pitch</a:t>
            </a:r>
          </a:p>
          <a:p>
            <a:r>
              <a:rPr lang="en-MY">
                <a:latin typeface="SF UI Text" panose="00000500000000000000" pitchFamily="2" charset="0"/>
              </a:rPr>
              <a:t>The vertical distance travelled per one revolution</a:t>
            </a:r>
          </a:p>
          <a:p>
            <a:endParaRPr lang="en-MY">
              <a:latin typeface="SF UI Text" panose="00000500000000000000" pitchFamily="2" charset="0"/>
            </a:endParaRPr>
          </a:p>
          <a:p>
            <a:pPr marL="0" indent="0">
              <a:buNone/>
            </a:pPr>
            <a:r>
              <a:rPr lang="en-MY">
                <a:latin typeface="SF UI Text" panose="00000500000000000000" pitchFamily="2" charset="0"/>
              </a:rPr>
              <a:t>No. of propellers to rotate clockwise = No. of propellers to rotate counter-clockwise</a:t>
            </a:r>
          </a:p>
        </p:txBody>
      </p:sp>
    </p:spTree>
    <p:extLst>
      <p:ext uri="{BB962C8B-B14F-4D97-AF65-F5344CB8AC3E}">
        <p14:creationId xmlns:p14="http://schemas.microsoft.com/office/powerpoint/2010/main" val="2065422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6E6D-D0CA-4CA5-97AD-5C8065DB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>
                <a:latin typeface="SF UI Text" panose="00000500000000000000" pitchFamily="2" charset="0"/>
              </a:rPr>
              <a:t>Electronic Speed Control (ESC)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3F8EC-A510-4741-8214-0D1058B81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53028"/>
            <a:ext cx="10515600" cy="2599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>
                <a:latin typeface="SF UI Text" panose="00000500000000000000" pitchFamily="2" charset="0"/>
              </a:rPr>
              <a:t>Specifications based on:</a:t>
            </a:r>
          </a:p>
          <a:p>
            <a:pPr marL="514350" indent="-514350">
              <a:buFont typeface="+mj-lt"/>
              <a:buAutoNum type="arabicPeriod"/>
            </a:pPr>
            <a:r>
              <a:rPr lang="en-MY">
                <a:latin typeface="SF UI Text" panose="00000500000000000000" pitchFamily="2" charset="0"/>
              </a:rPr>
              <a:t>Maximum continuous working current</a:t>
            </a:r>
          </a:p>
          <a:p>
            <a:pPr marL="514350" indent="-514350">
              <a:buFont typeface="+mj-lt"/>
              <a:buAutoNum type="arabicPeriod"/>
            </a:pPr>
            <a:r>
              <a:rPr lang="en-MY">
                <a:latin typeface="SF UI Text" panose="00000500000000000000" pitchFamily="2" charset="0"/>
              </a:rPr>
              <a:t>Maximum working voltage</a:t>
            </a:r>
          </a:p>
          <a:p>
            <a:pPr marL="514350" indent="-514350">
              <a:buFont typeface="+mj-lt"/>
              <a:buAutoNum type="arabicPeriod"/>
            </a:pPr>
            <a:r>
              <a:rPr lang="en-MY">
                <a:latin typeface="SF UI Text" panose="00000500000000000000" pitchFamily="2" charset="0"/>
              </a:rPr>
              <a:t>Maximum LiPo battery cells needed</a:t>
            </a:r>
          </a:p>
        </p:txBody>
      </p:sp>
    </p:spTree>
    <p:extLst>
      <p:ext uri="{BB962C8B-B14F-4D97-AF65-F5344CB8AC3E}">
        <p14:creationId xmlns:p14="http://schemas.microsoft.com/office/powerpoint/2010/main" val="2802600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6E6D-D0CA-4CA5-97AD-5C8065DB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>
                <a:latin typeface="SF UI Text" panose="00000500000000000000" pitchFamily="2" charset="0"/>
              </a:rPr>
              <a:t>Navigation system and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3F8EC-A510-4741-8214-0D1058B81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807" y="3494113"/>
            <a:ext cx="2802905" cy="264029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MY">
                <a:latin typeface="SF UI Text" panose="00000500000000000000" pitchFamily="2" charset="0"/>
              </a:rPr>
              <a:t>Flight controller / avionics module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BF96FB0-F22A-4F76-8C4B-DA32F394E6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73" b="26571"/>
          <a:stretch/>
        </p:blipFill>
        <p:spPr bwMode="auto">
          <a:xfrm>
            <a:off x="1765852" y="1844408"/>
            <a:ext cx="3161860" cy="1484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3362AA99-407C-44D1-A318-C65D206C2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626" y="4411826"/>
            <a:ext cx="2018552" cy="148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3D70B88-3C0D-4A91-A95A-A4CFC65041FD}"/>
              </a:ext>
            </a:extLst>
          </p:cNvPr>
          <p:cNvSpPr txBox="1">
            <a:spLocks/>
          </p:cNvSpPr>
          <p:nvPr/>
        </p:nvSpPr>
        <p:spPr>
          <a:xfrm>
            <a:off x="4301048" y="6071659"/>
            <a:ext cx="4367003" cy="26402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MY" sz="2000">
                <a:latin typeface="SF UI Text" panose="00000500000000000000" pitchFamily="2" charset="0"/>
              </a:rPr>
              <a:t>Global Navigation Satellite System (GNSS)</a:t>
            </a:r>
          </a:p>
        </p:txBody>
      </p:sp>
    </p:spTree>
    <p:extLst>
      <p:ext uri="{BB962C8B-B14F-4D97-AF65-F5344CB8AC3E}">
        <p14:creationId xmlns:p14="http://schemas.microsoft.com/office/powerpoint/2010/main" val="48339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6E6D-D0CA-4CA5-97AD-5C8065DB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>
                <a:latin typeface="SF UI Text" panose="00000500000000000000" pitchFamily="2" charset="0"/>
              </a:rPr>
              <a:t>Data collection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097EB7-6BCC-4CC1-A8E9-FFA541F46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04" y="2042918"/>
            <a:ext cx="12005802" cy="348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2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iagram, engineering drawing&#10;&#10;Description automatically generated">
            <a:extLst>
              <a:ext uri="{FF2B5EF4-FFF2-40B4-BE49-F238E27FC236}">
                <a16:creationId xmlns:a16="http://schemas.microsoft.com/office/drawing/2014/main" id="{2F58958C-DA32-4CC7-9D08-1D757B87F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23" y="170138"/>
            <a:ext cx="9776586" cy="651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20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6E6D-D0CA-4CA5-97AD-5C8065DB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>
                <a:latin typeface="SF UI Text" panose="00000500000000000000" pitchFamily="2" charset="0"/>
              </a:rPr>
              <a:t>Data transmission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04397AF-3552-493C-A0B5-95ECE7EA51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3" b="9062"/>
          <a:stretch/>
        </p:blipFill>
        <p:spPr bwMode="auto">
          <a:xfrm>
            <a:off x="2546961" y="2088253"/>
            <a:ext cx="3549039" cy="294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3BF139-5C2E-4C11-B78C-86673C1D034A}"/>
              </a:ext>
            </a:extLst>
          </p:cNvPr>
          <p:cNvSpPr txBox="1">
            <a:spLocks/>
          </p:cNvSpPr>
          <p:nvPr/>
        </p:nvSpPr>
        <p:spPr>
          <a:xfrm>
            <a:off x="2816833" y="5268856"/>
            <a:ext cx="3110274" cy="2960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MY" sz="2000">
                <a:latin typeface="SF UI Text" panose="00000500000000000000" pitchFamily="2" charset="0"/>
              </a:rPr>
              <a:t>Antenna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45715A-F9BB-4FB5-8233-288C7E568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082" y="2190608"/>
            <a:ext cx="2083989" cy="294519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CB386A6-6489-4670-8396-99A478BE3A79}"/>
              </a:ext>
            </a:extLst>
          </p:cNvPr>
          <p:cNvSpPr txBox="1">
            <a:spLocks/>
          </p:cNvSpPr>
          <p:nvPr/>
        </p:nvSpPr>
        <p:spPr>
          <a:xfrm>
            <a:off x="6369382" y="5268856"/>
            <a:ext cx="3110274" cy="2960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MY" sz="2000">
                <a:latin typeface="SF UI Text" panose="00000500000000000000" pitchFamily="2" charset="0"/>
              </a:rPr>
              <a:t>RADAR</a:t>
            </a:r>
          </a:p>
        </p:txBody>
      </p:sp>
    </p:spTree>
    <p:extLst>
      <p:ext uri="{BB962C8B-B14F-4D97-AF65-F5344CB8AC3E}">
        <p14:creationId xmlns:p14="http://schemas.microsoft.com/office/powerpoint/2010/main" val="1469509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6E6D-D0CA-4CA5-97AD-5C8065DB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>
                <a:latin typeface="SF UI Text" panose="00000500000000000000" pitchFamily="2" charset="0"/>
              </a:rPr>
              <a:t>Power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3F8EC-A510-4741-8214-0D1058B81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7064" y="5575186"/>
            <a:ext cx="4157870" cy="64482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MY" sz="2000">
                <a:latin typeface="SF UI Text" panose="00000500000000000000" pitchFamily="2" charset="0"/>
              </a:rPr>
              <a:t>Power management unit (PMU)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D992A9-8556-4D7A-B7CB-100ADCC3A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175" y="1578351"/>
            <a:ext cx="4783648" cy="378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1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156</Words>
  <Application>Microsoft Office PowerPoint</Application>
  <PresentationFormat>Widescreen</PresentationFormat>
  <Paragraphs>46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SF UI Text</vt:lpstr>
      <vt:lpstr>Office Theme</vt:lpstr>
      <vt:lpstr>UAV</vt:lpstr>
      <vt:lpstr>Outline</vt:lpstr>
      <vt:lpstr>Hull design</vt:lpstr>
      <vt:lpstr>PowerPoint Presentation</vt:lpstr>
      <vt:lpstr>PowerPoint Presentation</vt:lpstr>
      <vt:lpstr>PowerPoint Presentation</vt:lpstr>
      <vt:lpstr>Propulsion system</vt:lpstr>
      <vt:lpstr>Motor</vt:lpstr>
      <vt:lpstr>Propellers</vt:lpstr>
      <vt:lpstr>Electronic Speed Control (ESC)</vt:lpstr>
      <vt:lpstr>Navigation system and control</vt:lpstr>
      <vt:lpstr>Data collection</vt:lpstr>
      <vt:lpstr>PowerPoint Presentation</vt:lpstr>
      <vt:lpstr>Data transmission</vt:lpstr>
      <vt:lpstr>Power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UAV</dc:title>
  <dc:creator>AHMAD MUSTAQIM ADHA BIN AHMAD MARZUKI</dc:creator>
  <cp:lastModifiedBy>AHMAD MUSTAQIM ADHA BIN AHMAD MARZUKI</cp:lastModifiedBy>
  <cp:revision>1</cp:revision>
  <dcterms:created xsi:type="dcterms:W3CDTF">2021-04-14T06:07:42Z</dcterms:created>
  <dcterms:modified xsi:type="dcterms:W3CDTF">2021-04-14T07:51:26Z</dcterms:modified>
</cp:coreProperties>
</file>